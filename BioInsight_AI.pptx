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147478402" r:id="rId3"/>
    <p:sldId id="2147478411" r:id="rId4"/>
    <p:sldId id="2147478417" r:id="rId5"/>
    <p:sldId id="2147478412" r:id="rId6"/>
    <p:sldId id="2147478422" r:id="rId7"/>
    <p:sldId id="2147478428" r:id="rId8"/>
    <p:sldId id="2147478434" r:id="rId9"/>
    <p:sldId id="2147478435" r:id="rId10"/>
    <p:sldId id="2147478423" r:id="rId11"/>
    <p:sldId id="2147478424" r:id="rId12"/>
    <p:sldId id="2147478425" r:id="rId13"/>
    <p:sldId id="2147478426" r:id="rId14"/>
    <p:sldId id="2147478427" r:id="rId15"/>
    <p:sldId id="2147478429" r:id="rId16"/>
    <p:sldId id="2147478430" r:id="rId17"/>
    <p:sldId id="2147478431" r:id="rId18"/>
    <p:sldId id="2147478432" r:id="rId19"/>
    <p:sldId id="2147473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B0BE"/>
    <a:srgbClr val="C94851"/>
    <a:srgbClr val="D02630"/>
    <a:srgbClr val="62343C"/>
    <a:srgbClr val="4074BA"/>
    <a:srgbClr val="4D4FFA"/>
    <a:srgbClr val="46B1E1"/>
    <a:srgbClr val="F6FAFD"/>
    <a:srgbClr val="EF7079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an Ahmad Mohamad Ali" userId="S::farhaanahmad.mohamadali@agilisium.com::43a5bf94-2735-437f-bcd8-1e4f851340da" providerId="AD" clId="Web-{8B65B856-3C72-2BE7-0A9D-48160057A443}"/>
    <pc:docChg chg="modSld">
      <pc:chgData name="Farhaan Ahmad Mohamad Ali" userId="S::farhaanahmad.mohamadali@agilisium.com::43a5bf94-2735-437f-bcd8-1e4f851340da" providerId="AD" clId="Web-{8B65B856-3C72-2BE7-0A9D-48160057A443}" dt="2026-01-05T13:57:57.284" v="12" actId="20577"/>
      <pc:docMkLst>
        <pc:docMk/>
      </pc:docMkLst>
      <pc:sldChg chg="modSp">
        <pc:chgData name="Farhaan Ahmad Mohamad Ali" userId="S::farhaanahmad.mohamadali@agilisium.com::43a5bf94-2735-437f-bcd8-1e4f851340da" providerId="AD" clId="Web-{8B65B856-3C72-2BE7-0A9D-48160057A443}" dt="2026-01-05T13:57:57.284" v="12" actId="20577"/>
        <pc:sldMkLst>
          <pc:docMk/>
          <pc:sldMk cId="3136390715" sldId="2147478402"/>
        </pc:sldMkLst>
      </pc:sldChg>
    </pc:docChg>
  </pc:docChgLst>
  <pc:docChgLst>
    <pc:chgData name="Farwesh Kalesha" userId="S::farwesh.kalesha@agilisium.com::4abfddc6-b729-49e2-9100-193bca026eb3" providerId="AD" clId="Web-{933EBD09-9F8F-D2E9-B105-5F0BC9062AEA}"/>
    <pc:docChg chg="modSld">
      <pc:chgData name="Farwesh Kalesha" userId="S::farwesh.kalesha@agilisium.com::4abfddc6-b729-49e2-9100-193bca026eb3" providerId="AD" clId="Web-{933EBD09-9F8F-D2E9-B105-5F0BC9062AEA}" dt="2026-01-06T09:43:57.018" v="2"/>
      <pc:docMkLst>
        <pc:docMk/>
      </pc:docMkLst>
    </pc:docChg>
  </pc:docChgLst>
  <pc:docChgLst>
    <pc:chgData name="Farwesh Kalesha" userId="4abfddc6-b729-49e2-9100-193bca026eb3" providerId="ADAL" clId="{AEB4AD75-3286-41D0-ADBC-34EA033FCC93}"/>
    <pc:docChg chg="undo custSel modSld">
      <pc:chgData name="Farwesh Kalesha" userId="4abfddc6-b729-49e2-9100-193bca026eb3" providerId="ADAL" clId="{AEB4AD75-3286-41D0-ADBC-34EA033FCC93}" dt="2026-01-06T20:00:34.607" v="5" actId="20577"/>
      <pc:docMkLst>
        <pc:docMk/>
      </pc:docMkLst>
      <pc:sldChg chg="modSp mod">
        <pc:chgData name="Farwesh Kalesha" userId="4abfddc6-b729-49e2-9100-193bca026eb3" providerId="ADAL" clId="{AEB4AD75-3286-41D0-ADBC-34EA033FCC93}" dt="2026-01-06T20:00:34.607" v="5" actId="20577"/>
        <pc:sldMkLst>
          <pc:docMk/>
          <pc:sldMk cId="3136390715" sldId="2147478402"/>
        </pc:sldMkLst>
        <pc:spChg chg="mod">
          <ac:chgData name="Farwesh Kalesha" userId="4abfddc6-b729-49e2-9100-193bca026eb3" providerId="ADAL" clId="{AEB4AD75-3286-41D0-ADBC-34EA033FCC93}" dt="2026-01-06T20:00:34.607" v="5" actId="20577"/>
          <ac:spMkLst>
            <pc:docMk/>
            <pc:sldMk cId="3136390715" sldId="2147478402"/>
            <ac:spMk id="8" creationId="{54666B67-EB8E-11C8-D3E0-A18DA620F3EC}"/>
          </ac:spMkLst>
        </pc:spChg>
      </pc:sldChg>
    </pc:docChg>
  </pc:docChgLst>
  <pc:docChgLst>
    <pc:chgData name="Daniel Raj Kirubanandhan" userId="S::danielraj.kirubanandhan@agilisium.com::5bc50119-0cf6-4255-b594-5f5a3654864f" providerId="AD" clId="Web-{7CF5E59B-DE1B-F434-2915-1AC85B281547}"/>
    <pc:docChg chg="modSld">
      <pc:chgData name="Daniel Raj Kirubanandhan" userId="S::danielraj.kirubanandhan@agilisium.com::5bc50119-0cf6-4255-b594-5f5a3654864f" providerId="AD" clId="Web-{7CF5E59B-DE1B-F434-2915-1AC85B281547}" dt="2026-01-05T15:36:36.129" v="7"/>
      <pc:docMkLst>
        <pc:docMk/>
      </pc:docMkLst>
      <pc:sldChg chg="delSp modSp">
        <pc:chgData name="Daniel Raj Kirubanandhan" userId="S::danielraj.kirubanandhan@agilisium.com::5bc50119-0cf6-4255-b594-5f5a3654864f" providerId="AD" clId="Web-{7CF5E59B-DE1B-F434-2915-1AC85B281547}" dt="2026-01-05T15:27:23.370" v="5" actId="14100"/>
        <pc:sldMkLst>
          <pc:docMk/>
          <pc:sldMk cId="3136390715" sldId="2147478402"/>
        </pc:sldMkLst>
        <pc:picChg chg="mod">
          <ac:chgData name="Daniel Raj Kirubanandhan" userId="S::danielraj.kirubanandhan@agilisium.com::5bc50119-0cf6-4255-b594-5f5a3654864f" providerId="AD" clId="Web-{7CF5E59B-DE1B-F434-2915-1AC85B281547}" dt="2026-01-05T15:27:23.370" v="5" actId="14100"/>
          <ac:picMkLst>
            <pc:docMk/>
            <pc:sldMk cId="3136390715" sldId="2147478402"/>
            <ac:picMk id="4" creationId="{B6B11E39-47D7-6F7B-CC62-456F5B8FDA20}"/>
          </ac:picMkLst>
        </pc:picChg>
      </pc:sldChg>
    </pc:docChg>
  </pc:docChgLst>
  <pc:docChgLst>
    <pc:chgData name="Vinisha Chandrasekaran" userId="54d4056f-73a9-4d30-ae01-e2c645661680" providerId="ADAL" clId="{5E5357C1-59A7-4D6C-B4C7-471E04A3FEE2}"/>
    <pc:docChg chg="delSld">
      <pc:chgData name="Vinisha Chandrasekaran" userId="54d4056f-73a9-4d30-ae01-e2c645661680" providerId="ADAL" clId="{5E5357C1-59A7-4D6C-B4C7-471E04A3FEE2}" dt="2026-01-09T06:08:45.730" v="1" actId="47"/>
      <pc:docMkLst>
        <pc:docMk/>
      </pc:docMkLst>
      <pc:sldChg chg="del">
        <pc:chgData name="Vinisha Chandrasekaran" userId="54d4056f-73a9-4d30-ae01-e2c645661680" providerId="ADAL" clId="{5E5357C1-59A7-4D6C-B4C7-471E04A3FEE2}" dt="2026-01-09T06:08:43.792" v="0" actId="47"/>
        <pc:sldMkLst>
          <pc:docMk/>
          <pc:sldMk cId="356024422" sldId="2147478408"/>
        </pc:sldMkLst>
      </pc:sldChg>
      <pc:sldChg chg="del">
        <pc:chgData name="Vinisha Chandrasekaran" userId="54d4056f-73a9-4d30-ae01-e2c645661680" providerId="ADAL" clId="{5E5357C1-59A7-4D6C-B4C7-471E04A3FEE2}" dt="2026-01-09T06:08:45.730" v="1" actId="47"/>
        <pc:sldMkLst>
          <pc:docMk/>
          <pc:sldMk cId="1010353557" sldId="2147478419"/>
        </pc:sldMkLst>
      </pc:sldChg>
    </pc:docChg>
  </pc:docChgLst>
  <pc:docChgLst>
    <pc:chgData name="Vinodkumar Chandrasekar" userId="f841eacc-4a6b-4d52-9798-4a16594e4685" providerId="ADAL" clId="{A198AE28-A1B9-4846-891C-99BCC0321AD8}"/>
    <pc:docChg chg="modMainMaster">
      <pc:chgData name="Vinodkumar Chandrasekar" userId="f841eacc-4a6b-4d52-9798-4a16594e4685" providerId="ADAL" clId="{A198AE28-A1B9-4846-891C-99BCC0321AD8}" dt="2026-01-05T05:08:34.564" v="3" actId="1036"/>
      <pc:docMkLst>
        <pc:docMk/>
      </pc:docMkLst>
      <pc:sldMasterChg chg="modSp mod">
        <pc:chgData name="Vinodkumar Chandrasekar" userId="f841eacc-4a6b-4d52-9798-4a16594e4685" providerId="ADAL" clId="{A198AE28-A1B9-4846-891C-99BCC0321AD8}" dt="2026-01-05T05:08:34.564" v="3" actId="1036"/>
        <pc:sldMasterMkLst>
          <pc:docMk/>
          <pc:sldMasterMk cId="1824205202" sldId="2147483648"/>
        </pc:sldMasterMkLst>
        <pc:spChg chg="mod">
          <ac:chgData name="Vinodkumar Chandrasekar" userId="f841eacc-4a6b-4d52-9798-4a16594e4685" providerId="ADAL" clId="{A198AE28-A1B9-4846-891C-99BCC0321AD8}" dt="2026-01-05T05:08:22.903" v="1" actId="20577"/>
          <ac:spMkLst>
            <pc:docMk/>
            <pc:sldMasterMk cId="1824205202" sldId="2147483648"/>
            <ac:spMk id="62" creationId="{B58716CE-2C20-5752-2F33-40E888C3EE8B}"/>
          </ac:spMkLst>
        </pc:spChg>
        <pc:grpChg chg="mod">
          <ac:chgData name="Vinodkumar Chandrasekar" userId="f841eacc-4a6b-4d52-9798-4a16594e4685" providerId="ADAL" clId="{A198AE28-A1B9-4846-891C-99BCC0321AD8}" dt="2026-01-05T05:08:34.564" v="3" actId="1036"/>
          <ac:grpSpMkLst>
            <pc:docMk/>
            <pc:sldMasterMk cId="1824205202" sldId="2147483648"/>
            <ac:grpSpMk id="1029" creationId="{3EA77DC2-6617-A4EA-3830-79D89277361E}"/>
          </ac:grpSpMkLst>
        </pc:grpChg>
      </pc:sldMasterChg>
    </pc:docChg>
  </pc:docChgLst>
  <pc:docChgLst>
    <pc:chgData name="Farhaan Ahmad Mohamad Ali" userId="S::farhaanahmad.mohamadali@agilisium.com::43a5bf94-2735-437f-bcd8-1e4f851340da" providerId="AD" clId="Web-{2D930B63-6653-1835-D22B-A85CE2E92BFA}"/>
    <pc:docChg chg="delSld modSld">
      <pc:chgData name="Farhaan Ahmad Mohamad Ali" userId="S::farhaanahmad.mohamadali@agilisium.com::43a5bf94-2735-437f-bcd8-1e4f851340da" providerId="AD" clId="Web-{2D930B63-6653-1835-D22B-A85CE2E92BFA}" dt="2026-01-05T13:55:59.861" v="18" actId="20577"/>
      <pc:docMkLst>
        <pc:docMk/>
      </pc:docMkLst>
    </pc:docChg>
  </pc:docChgLst>
  <pc:docChgLst>
    <pc:chgData name="Farwesh Kalesha" userId="S::farwesh.kalesha@agilisium.com::4abfddc6-b729-49e2-9100-193bca026eb3" providerId="AD" clId="Web-{C87CC9BD-05D7-83F4-EFCC-8661510E03A3}"/>
    <pc:docChg chg="addSld delSld modSld">
      <pc:chgData name="Farwesh Kalesha" userId="S::farwesh.kalesha@agilisium.com::4abfddc6-b729-49e2-9100-193bca026eb3" providerId="AD" clId="Web-{C87CC9BD-05D7-83F4-EFCC-8661510E03A3}" dt="2026-01-07T04:59:10.366" v="78" actId="1076"/>
      <pc:docMkLst>
        <pc:docMk/>
      </pc:docMkLst>
      <pc:sldChg chg="new">
        <pc:chgData name="Farwesh Kalesha" userId="S::farwesh.kalesha@agilisium.com::4abfddc6-b729-49e2-9100-193bca026eb3" providerId="AD" clId="Web-{C87CC9BD-05D7-83F4-EFCC-8661510E03A3}" dt="2026-01-07T04:48:23.614" v="52"/>
        <pc:sldMkLst>
          <pc:docMk/>
          <pc:sldMk cId="2240100369" sldId="2147478410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8:26.630" v="53"/>
        <pc:sldMkLst>
          <pc:docMk/>
          <pc:sldMk cId="2426242163" sldId="2147478411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8:30.739" v="54"/>
        <pc:sldMkLst>
          <pc:docMk/>
          <pc:sldMk cId="2015066282" sldId="2147478412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8:35.677" v="55"/>
        <pc:sldMkLst>
          <pc:docMk/>
          <pc:sldMk cId="2235511481" sldId="2147478413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8:38.958" v="56"/>
        <pc:sldMkLst>
          <pc:docMk/>
          <pc:sldMk cId="881807250" sldId="2147478414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8:40.771" v="57"/>
        <pc:sldMkLst>
          <pc:docMk/>
          <pc:sldMk cId="1918855856" sldId="2147478415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8:43.911" v="58"/>
        <pc:sldMkLst>
          <pc:docMk/>
          <pc:sldMk cId="3574786288" sldId="2147478416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8:48.943" v="59"/>
        <pc:sldMkLst>
          <pc:docMk/>
          <pc:sldMk cId="278454321" sldId="2147478417"/>
        </pc:sldMkLst>
      </pc:sldChg>
      <pc:sldChg chg="addSp delSp modSp new">
        <pc:chgData name="Farwesh Kalesha" userId="S::farwesh.kalesha@agilisium.com::4abfddc6-b729-49e2-9100-193bca026eb3" providerId="AD" clId="Web-{C87CC9BD-05D7-83F4-EFCC-8661510E03A3}" dt="2026-01-07T04:59:10.366" v="78" actId="1076"/>
        <pc:sldMkLst>
          <pc:docMk/>
          <pc:sldMk cId="1010353557" sldId="2147478419"/>
        </pc:sldMkLst>
        <pc:picChg chg="add mod ord">
          <ac:chgData name="Farwesh Kalesha" userId="S::farwesh.kalesha@agilisium.com::4abfddc6-b729-49e2-9100-193bca026eb3" providerId="AD" clId="Web-{C87CC9BD-05D7-83F4-EFCC-8661510E03A3}" dt="2026-01-07T04:59:10.366" v="78" actId="1076"/>
          <ac:picMkLst>
            <pc:docMk/>
            <pc:sldMk cId="1010353557" sldId="2147478419"/>
            <ac:picMk id="4" creationId="{91A6F71F-824A-3713-32DC-C0883A9F9480}"/>
          </ac:picMkLst>
        </pc:picChg>
      </pc:sldChg>
      <pc:sldChg chg="new">
        <pc:chgData name="Farwesh Kalesha" userId="S::farwesh.kalesha@agilisium.com::4abfddc6-b729-49e2-9100-193bca026eb3" providerId="AD" clId="Web-{C87CC9BD-05D7-83F4-EFCC-8661510E03A3}" dt="2026-01-07T04:49:42.459" v="62"/>
        <pc:sldMkLst>
          <pc:docMk/>
          <pc:sldMk cId="432064760" sldId="2147478420"/>
        </pc:sldMkLst>
      </pc:sldChg>
      <pc:sldChg chg="new">
        <pc:chgData name="Farwesh Kalesha" userId="S::farwesh.kalesha@agilisium.com::4abfddc6-b729-49e2-9100-193bca026eb3" providerId="AD" clId="Web-{C87CC9BD-05D7-83F4-EFCC-8661510E03A3}" dt="2026-01-07T04:49:45.615" v="63"/>
        <pc:sldMkLst>
          <pc:docMk/>
          <pc:sldMk cId="1916438280" sldId="2147478421"/>
        </pc:sldMkLst>
      </pc:sldChg>
    </pc:docChg>
  </pc:docChgLst>
  <pc:docChgLst>
    <pc:chgData name="Farhaan Ahmad Mohamad Ali" userId="43a5bf94-2735-437f-bcd8-1e4f851340da" providerId="ADAL" clId="{1FAD1E86-2145-4C3A-941E-1B71F844E89F}"/>
    <pc:docChg chg="undo custSel addSld delSld modSld sldOrd">
      <pc:chgData name="Farhaan Ahmad Mohamad Ali" userId="43a5bf94-2735-437f-bcd8-1e4f851340da" providerId="ADAL" clId="{1FAD1E86-2145-4C3A-941E-1B71F844E89F}" dt="2026-01-05T13:50:54.450" v="225" actId="14100"/>
      <pc:docMkLst>
        <pc:docMk/>
      </pc:docMkLst>
    </pc:docChg>
  </pc:docChgLst>
  <pc:docChgLst>
    <pc:chgData name="Farhaan Ahmad Mohamad Ali" userId="S::farhaanahmad.mohamadali@agilisium.com::43a5bf94-2735-437f-bcd8-1e4f851340da" providerId="AD" clId="Web-{2A42FB6F-1E9E-385D-8CB6-E421229C3092}"/>
    <pc:docChg chg="modSld">
      <pc:chgData name="Farhaan Ahmad Mohamad Ali" userId="S::farhaanahmad.mohamadali@agilisium.com::43a5bf94-2735-437f-bcd8-1e4f851340da" providerId="AD" clId="Web-{2A42FB6F-1E9E-385D-8CB6-E421229C3092}" dt="2026-01-05T11:06:41.478" v="35" actId="20577"/>
      <pc:docMkLst>
        <pc:docMk/>
      </pc:docMkLst>
      <pc:sldChg chg="addSp delSp modSp">
        <pc:chgData name="Farhaan Ahmad Mohamad Ali" userId="S::farhaanahmad.mohamadali@agilisium.com::43a5bf94-2735-437f-bcd8-1e4f851340da" providerId="AD" clId="Web-{2A42FB6F-1E9E-385D-8CB6-E421229C3092}" dt="2026-01-05T11:05:25.896" v="34" actId="20577"/>
        <pc:sldMkLst>
          <pc:docMk/>
          <pc:sldMk cId="3136390715" sldId="2147478402"/>
        </pc:sldMkLst>
      </pc:sldChg>
    </pc:docChg>
  </pc:docChgLst>
  <pc:docChgLst>
    <pc:chgData name="Jothish Guntupalli" userId="S::jothish.guntupalli@agilisium.com::52a17fd4-290e-46ba-9cbf-5f6f1820e0de" providerId="AD" clId="Web-{AD405431-BE0E-65E4-6368-4277D2A6D3B0}"/>
    <pc:docChg chg="modSld">
      <pc:chgData name="Jothish Guntupalli" userId="S::jothish.guntupalli@agilisium.com::52a17fd4-290e-46ba-9cbf-5f6f1820e0de" providerId="AD" clId="Web-{AD405431-BE0E-65E4-6368-4277D2A6D3B0}" dt="2026-01-06T04:45:02.524" v="4" actId="1076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1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A016-D038-E9DD-58B0-28033C75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57B31-C89E-CBED-D094-37078069A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C49F4-9C44-000D-B4B8-3C3D9C8C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882C-FB6A-8E71-54F2-E756795F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88F3-834B-81D2-A9F7-6235D2DC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3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E12F-AC5A-F430-660B-22BE0D12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77F90-3838-26F9-9791-2D4B4DD7D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700D1-7AA9-A76C-9E51-BD07283C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58285-B648-1218-3523-BA540A44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A421-81DA-F535-EE6B-42019940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17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BD4D-F392-3A3F-60E2-029289EB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1767-B6F4-2042-5DCC-3C361E8FC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DE66-C6CB-D3C7-AA43-CCA7D0115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8503F-C3DA-D502-315A-3ECFD826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40194-7C8E-C293-BA09-D7D3F79F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881CD-AE4D-7326-C061-8608FC75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2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D753-DD96-EA6F-600E-75DB9F24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52C24-38CD-3572-A927-0BCA26778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BE63D-F733-7DB0-4EF4-BBD1E6923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BD2E-8CED-62ED-BEFB-B0B9A9FF4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E0AF0-22C9-425B-F400-56BB53F36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FE01F-CD12-D959-8BB9-6D843969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16184-7B6C-992E-33FD-6C645383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10ADB-C4A8-6F1F-6DE0-87954800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72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6E9D-32C1-4BA5-EC04-C98673FC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65589-694B-AC9C-4ECF-948800C3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FB5E0-47D3-D37F-AAF2-AFD93254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DF218-CB99-D6A9-5FC6-2006E501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355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28D66-1360-471C-7078-49E1A6FC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47114-9953-1449-FE1F-1BB632A29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FBA88-8781-3AD9-160A-2836DD4F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8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6C4E-44CF-811F-FB7C-383439E9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677D-0B34-FBFF-2EED-2A5B671B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9BA05-BF2F-8A43-807D-E5EEC0638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331E9-907B-9B59-F900-9FE26A98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B03B6-2197-19B0-5452-8A120E27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F8FC6-163D-1685-CEF1-78B072D1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81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9977-7366-C095-F623-C7114897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8FAFA-16EC-B3A0-EE07-C00D6F36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88CC9-5FEA-41D7-CDE7-CDC6DA593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0E2E3-DF6F-1C49-BCAB-E846908E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4E91-91C2-F479-4186-9FB9D540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52216-45B5-2400-556F-BC3959BC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2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053-9B6C-F4BE-BFCA-44B1A767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E75D1-67EA-42BB-84BC-0387F4D5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2EE1-23BC-3243-8936-28A0E8BA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9C47-A4BC-C923-04EC-8090A07A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5FB5-4B19-C555-8930-B120AFB2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332C2-6D1E-033E-AED4-C6731BA30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B690A-DAFA-57E9-5394-E4C395463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D2A3-85E9-CC47-A737-72F2F1A5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D29274-95A7-4D13-BDA6-AB71BD5083DF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D1262-7708-7C74-2C51-1E6BF70E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E0F86-9357-F4D0-AAB3-17EDE78D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882DB0-A54E-49D0-991B-29C7BD170A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766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96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04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006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CA4FFC98-3506-5A35-A5B8-04CCF6C8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39" y="167005"/>
            <a:ext cx="10154920" cy="42659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sz="2300" b="1">
                <a:solidFill>
                  <a:schemeClr val="accent1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D00616A-53A3-B2D0-5C5E-96565464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3748" y="6419051"/>
            <a:ext cx="774046" cy="365125"/>
          </a:xfrm>
        </p:spPr>
        <p:txBody>
          <a:bodyPr/>
          <a:lstStyle>
            <a:lvl1pPr algn="r">
              <a:defRPr sz="1000">
                <a:latin typeface="Helvetica" pitchFamily="2" charset="0"/>
                <a:cs typeface="Poppins" pitchFamily="2" charset="77"/>
              </a:defRPr>
            </a:lvl1pPr>
          </a:lstStyle>
          <a:p>
            <a:fld id="{B016F8AB-BCEA-4347-8BA6-BE776009BC8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8BE475DC-A5F1-0DBB-B30A-D48F34527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8" t="9459" r="3309" b="40003"/>
          <a:stretch/>
        </p:blipFill>
        <p:spPr>
          <a:xfrm>
            <a:off x="10595104" y="169594"/>
            <a:ext cx="1383031" cy="26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0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A7587D-336B-E0A2-0571-EB6FB70932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29">
            <a:extLst>
              <a:ext uri="{FF2B5EF4-FFF2-40B4-BE49-F238E27FC236}">
                <a16:creationId xmlns:a16="http://schemas.microsoft.com/office/drawing/2014/main" id="{E0C7B43A-8FED-2CFF-08C0-024FAF46AA84}"/>
              </a:ext>
            </a:extLst>
          </p:cNvPr>
          <p:cNvSpPr/>
          <p:nvPr userDrawn="1"/>
        </p:nvSpPr>
        <p:spPr>
          <a:xfrm>
            <a:off x="-4998" y="0"/>
            <a:ext cx="10505849" cy="810140"/>
          </a:xfrm>
          <a:custGeom>
            <a:avLst/>
            <a:gdLst>
              <a:gd name="connsiteX0" fmla="*/ 0 w 10613950"/>
              <a:gd name="connsiteY0" fmla="*/ 810140 h 810140"/>
              <a:gd name="connsiteX1" fmla="*/ 632954 w 10613950"/>
              <a:gd name="connsiteY1" fmla="*/ 0 h 810140"/>
              <a:gd name="connsiteX2" fmla="*/ 10613950 w 10613950"/>
              <a:gd name="connsiteY2" fmla="*/ 0 h 810140"/>
              <a:gd name="connsiteX3" fmla="*/ 9980996 w 10613950"/>
              <a:gd name="connsiteY3" fmla="*/ 810140 h 810140"/>
              <a:gd name="connsiteX4" fmla="*/ 0 w 10613950"/>
              <a:gd name="connsiteY4" fmla="*/ 810140 h 810140"/>
              <a:gd name="connsiteX0" fmla="*/ 1563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15632 w 9980996"/>
              <a:gd name="connsiteY4" fmla="*/ 799507 h 810140"/>
              <a:gd name="connsiteX0" fmla="*/ 8012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8012 w 9980996"/>
              <a:gd name="connsiteY4" fmla="*/ 799507 h 810140"/>
              <a:gd name="connsiteX0" fmla="*/ 3249 w 9980996"/>
              <a:gd name="connsiteY0" fmla="*/ 799507 h 810140"/>
              <a:gd name="connsiteX1" fmla="*/ 0 w 9980996"/>
              <a:gd name="connsiteY1" fmla="*/ 0 h 810140"/>
              <a:gd name="connsiteX2" fmla="*/ 9980996 w 9980996"/>
              <a:gd name="connsiteY2" fmla="*/ 0 h 810140"/>
              <a:gd name="connsiteX3" fmla="*/ 9348042 w 9980996"/>
              <a:gd name="connsiteY3" fmla="*/ 810140 h 810140"/>
              <a:gd name="connsiteX4" fmla="*/ 3249 w 9980996"/>
              <a:gd name="connsiteY4" fmla="*/ 799507 h 81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80996" h="810140">
                <a:moveTo>
                  <a:pt x="3249" y="799507"/>
                </a:moveTo>
                <a:cubicBezTo>
                  <a:pt x="578" y="533005"/>
                  <a:pt x="2671" y="266502"/>
                  <a:pt x="0" y="0"/>
                </a:cubicBezTo>
                <a:lnTo>
                  <a:pt x="9980996" y="0"/>
                </a:lnTo>
                <a:lnTo>
                  <a:pt x="9348042" y="810140"/>
                </a:lnTo>
                <a:lnTo>
                  <a:pt x="3249" y="799507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087BE1-4F62-7F24-1827-F6A230DC7428}"/>
              </a:ext>
            </a:extLst>
          </p:cNvPr>
          <p:cNvSpPr/>
          <p:nvPr userDrawn="1"/>
        </p:nvSpPr>
        <p:spPr>
          <a:xfrm>
            <a:off x="2992" y="6371246"/>
            <a:ext cx="12189008" cy="488035"/>
          </a:xfrm>
          <a:prstGeom prst="rect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E1E58381-030B-8CAD-3C8D-B55F19F6B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04" b="14799"/>
          <a:stretch/>
        </p:blipFill>
        <p:spPr>
          <a:xfrm>
            <a:off x="2833089" y="6354093"/>
            <a:ext cx="6525822" cy="503907"/>
          </a:xfrm>
          <a:prstGeom prst="rect">
            <a:avLst/>
          </a:prstGeom>
        </p:spPr>
      </p:pic>
      <p:sp>
        <p:nvSpPr>
          <p:cNvPr id="44" name="Parallelogram 45">
            <a:extLst>
              <a:ext uri="{FF2B5EF4-FFF2-40B4-BE49-F238E27FC236}">
                <a16:creationId xmlns:a16="http://schemas.microsoft.com/office/drawing/2014/main" id="{5CB65BD0-B0B7-A140-E87F-4CB3DD2C91AC}"/>
              </a:ext>
            </a:extLst>
          </p:cNvPr>
          <p:cNvSpPr/>
          <p:nvPr userDrawn="1"/>
        </p:nvSpPr>
        <p:spPr>
          <a:xfrm>
            <a:off x="2992" y="870126"/>
            <a:ext cx="4771026" cy="45719"/>
          </a:xfrm>
          <a:custGeom>
            <a:avLst/>
            <a:gdLst>
              <a:gd name="connsiteX0" fmla="*/ 0 w 5156789"/>
              <a:gd name="connsiteY0" fmla="*/ 45719 h 45719"/>
              <a:gd name="connsiteX1" fmla="*/ 35720 w 5156789"/>
              <a:gd name="connsiteY1" fmla="*/ 0 h 45719"/>
              <a:gd name="connsiteX2" fmla="*/ 5156789 w 5156789"/>
              <a:gd name="connsiteY2" fmla="*/ 0 h 45719"/>
              <a:gd name="connsiteX3" fmla="*/ 5121069 w 5156789"/>
              <a:gd name="connsiteY3" fmla="*/ 45719 h 45719"/>
              <a:gd name="connsiteX4" fmla="*/ 0 w 5156789"/>
              <a:gd name="connsiteY4" fmla="*/ 45719 h 45719"/>
              <a:gd name="connsiteX0" fmla="*/ 0 w 5156789"/>
              <a:gd name="connsiteY0" fmla="*/ 48100 h 48100"/>
              <a:gd name="connsiteX1" fmla="*/ 388145 w 5156789"/>
              <a:gd name="connsiteY1" fmla="*/ 0 h 48100"/>
              <a:gd name="connsiteX2" fmla="*/ 5156789 w 5156789"/>
              <a:gd name="connsiteY2" fmla="*/ 2381 h 48100"/>
              <a:gd name="connsiteX3" fmla="*/ 5121069 w 5156789"/>
              <a:gd name="connsiteY3" fmla="*/ 48100 h 48100"/>
              <a:gd name="connsiteX4" fmla="*/ 0 w 5156789"/>
              <a:gd name="connsiteY4" fmla="*/ 48100 h 48100"/>
              <a:gd name="connsiteX0" fmla="*/ 0 w 4780551"/>
              <a:gd name="connsiteY0" fmla="*/ 45719 h 48100"/>
              <a:gd name="connsiteX1" fmla="*/ 11907 w 4780551"/>
              <a:gd name="connsiteY1" fmla="*/ 0 h 48100"/>
              <a:gd name="connsiteX2" fmla="*/ 4780551 w 4780551"/>
              <a:gd name="connsiteY2" fmla="*/ 2381 h 48100"/>
              <a:gd name="connsiteX3" fmla="*/ 4744831 w 4780551"/>
              <a:gd name="connsiteY3" fmla="*/ 48100 h 48100"/>
              <a:gd name="connsiteX4" fmla="*/ 0 w 4780551"/>
              <a:gd name="connsiteY4" fmla="*/ 45719 h 48100"/>
              <a:gd name="connsiteX0" fmla="*/ 7143 w 4787694"/>
              <a:gd name="connsiteY0" fmla="*/ 45719 h 48100"/>
              <a:gd name="connsiteX1" fmla="*/ 0 w 4787694"/>
              <a:gd name="connsiteY1" fmla="*/ 0 h 48100"/>
              <a:gd name="connsiteX2" fmla="*/ 4787694 w 4787694"/>
              <a:gd name="connsiteY2" fmla="*/ 2381 h 48100"/>
              <a:gd name="connsiteX3" fmla="*/ 4751974 w 4787694"/>
              <a:gd name="connsiteY3" fmla="*/ 48100 h 48100"/>
              <a:gd name="connsiteX4" fmla="*/ 7143 w 4787694"/>
              <a:gd name="connsiteY4" fmla="*/ 45719 h 48100"/>
              <a:gd name="connsiteX0" fmla="*/ 0 w 4780551"/>
              <a:gd name="connsiteY0" fmla="*/ 43338 h 45719"/>
              <a:gd name="connsiteX1" fmla="*/ 9525 w 4780551"/>
              <a:gd name="connsiteY1" fmla="*/ 0 h 45719"/>
              <a:gd name="connsiteX2" fmla="*/ 4780551 w 4780551"/>
              <a:gd name="connsiteY2" fmla="*/ 0 h 45719"/>
              <a:gd name="connsiteX3" fmla="*/ 4744831 w 4780551"/>
              <a:gd name="connsiteY3" fmla="*/ 45719 h 45719"/>
              <a:gd name="connsiteX4" fmla="*/ 0 w 4780551"/>
              <a:gd name="connsiteY4" fmla="*/ 43338 h 45719"/>
              <a:gd name="connsiteX0" fmla="*/ 0 w 4771026"/>
              <a:gd name="connsiteY0" fmla="*/ 43338 h 45719"/>
              <a:gd name="connsiteX1" fmla="*/ 0 w 4771026"/>
              <a:gd name="connsiteY1" fmla="*/ 0 h 45719"/>
              <a:gd name="connsiteX2" fmla="*/ 4771026 w 4771026"/>
              <a:gd name="connsiteY2" fmla="*/ 0 h 45719"/>
              <a:gd name="connsiteX3" fmla="*/ 4735306 w 4771026"/>
              <a:gd name="connsiteY3" fmla="*/ 45719 h 45719"/>
              <a:gd name="connsiteX4" fmla="*/ 0 w 4771026"/>
              <a:gd name="connsiteY4" fmla="*/ 43338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1026" h="45719">
                <a:moveTo>
                  <a:pt x="0" y="43338"/>
                </a:moveTo>
                <a:lnTo>
                  <a:pt x="0" y="0"/>
                </a:lnTo>
                <a:lnTo>
                  <a:pt x="4771026" y="0"/>
                </a:lnTo>
                <a:lnTo>
                  <a:pt x="4735306" y="45719"/>
                </a:lnTo>
                <a:lnTo>
                  <a:pt x="0" y="43338"/>
                </a:lnTo>
                <a:close/>
              </a:path>
            </a:pathLst>
          </a:custGeom>
          <a:solidFill>
            <a:srgbClr val="C92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Parallelogram 43">
            <a:extLst>
              <a:ext uri="{FF2B5EF4-FFF2-40B4-BE49-F238E27FC236}">
                <a16:creationId xmlns:a16="http://schemas.microsoft.com/office/drawing/2014/main" id="{E1998539-3881-E2A9-E03F-ECFF2CC55EDF}"/>
              </a:ext>
            </a:extLst>
          </p:cNvPr>
          <p:cNvSpPr/>
          <p:nvPr userDrawn="1"/>
        </p:nvSpPr>
        <p:spPr>
          <a:xfrm flipH="1">
            <a:off x="10737404" y="-1281"/>
            <a:ext cx="900442" cy="800191"/>
          </a:xfrm>
          <a:custGeom>
            <a:avLst/>
            <a:gdLst>
              <a:gd name="connsiteX0" fmla="*/ 0 w 1445419"/>
              <a:gd name="connsiteY0" fmla="*/ 800191 h 800191"/>
              <a:gd name="connsiteX1" fmla="*/ 625181 w 1445419"/>
              <a:gd name="connsiteY1" fmla="*/ 0 h 800191"/>
              <a:gd name="connsiteX2" fmla="*/ 1445419 w 1445419"/>
              <a:gd name="connsiteY2" fmla="*/ 0 h 800191"/>
              <a:gd name="connsiteX3" fmla="*/ 820238 w 1445419"/>
              <a:gd name="connsiteY3" fmla="*/ 800191 h 800191"/>
              <a:gd name="connsiteX4" fmla="*/ 0 w 1445419"/>
              <a:gd name="connsiteY4" fmla="*/ 800191 h 800191"/>
              <a:gd name="connsiteX0" fmla="*/ 1087 w 820238"/>
              <a:gd name="connsiteY0" fmla="*/ 800191 h 800191"/>
              <a:gd name="connsiteX1" fmla="*/ 0 w 820238"/>
              <a:gd name="connsiteY1" fmla="*/ 0 h 800191"/>
              <a:gd name="connsiteX2" fmla="*/ 820238 w 820238"/>
              <a:gd name="connsiteY2" fmla="*/ 0 h 800191"/>
              <a:gd name="connsiteX3" fmla="*/ 195057 w 820238"/>
              <a:gd name="connsiteY3" fmla="*/ 800191 h 800191"/>
              <a:gd name="connsiteX4" fmla="*/ 1087 w 820238"/>
              <a:gd name="connsiteY4" fmla="*/ 800191 h 80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0238" h="800191">
                <a:moveTo>
                  <a:pt x="1087" y="800191"/>
                </a:moveTo>
                <a:cubicBezTo>
                  <a:pt x="725" y="533461"/>
                  <a:pt x="362" y="266730"/>
                  <a:pt x="0" y="0"/>
                </a:cubicBezTo>
                <a:lnTo>
                  <a:pt x="820238" y="0"/>
                </a:lnTo>
                <a:lnTo>
                  <a:pt x="195057" y="800191"/>
                </a:lnTo>
                <a:lnTo>
                  <a:pt x="1087" y="800191"/>
                </a:lnTo>
                <a:close/>
              </a:path>
            </a:pathLst>
          </a:cu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E2E365-AE5B-3D42-A3F0-CC762A8A3979}"/>
              </a:ext>
            </a:extLst>
          </p:cNvPr>
          <p:cNvSpPr/>
          <p:nvPr userDrawn="1"/>
        </p:nvSpPr>
        <p:spPr>
          <a:xfrm>
            <a:off x="11430000" y="0"/>
            <a:ext cx="787400" cy="798910"/>
          </a:xfrm>
          <a:prstGeom prst="rect">
            <a:avLst/>
          </a:prstGeom>
          <a:solidFill>
            <a:srgbClr val="C94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8716CE-2C20-5752-2F33-40E888C3EE8B}"/>
              </a:ext>
            </a:extLst>
          </p:cNvPr>
          <p:cNvSpPr txBox="1"/>
          <p:nvPr userDrawn="1"/>
        </p:nvSpPr>
        <p:spPr>
          <a:xfrm>
            <a:off x="8865629" y="6495400"/>
            <a:ext cx="2655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ambria" panose="02040503050406030204" pitchFamily="18" charset="0"/>
              </a:rPr>
              <a:t>2026  - https://www.agilisium.com</a:t>
            </a:r>
            <a:endParaRPr lang="en-US" sz="1200" dirty="0"/>
          </a:p>
        </p:txBody>
      </p: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28FCD861-1835-F012-7C9F-89762B104C64}"/>
              </a:ext>
            </a:extLst>
          </p:cNvPr>
          <p:cNvSpPr/>
          <p:nvPr userDrawn="1"/>
        </p:nvSpPr>
        <p:spPr>
          <a:xfrm>
            <a:off x="-30398" y="-19385"/>
            <a:ext cx="644926" cy="824921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5" name="Arrow: Pentagon 1024">
            <a:extLst>
              <a:ext uri="{FF2B5EF4-FFF2-40B4-BE49-F238E27FC236}">
                <a16:creationId xmlns:a16="http://schemas.microsoft.com/office/drawing/2014/main" id="{40D55250-F6BB-269C-4BE7-2D3C71A86BD3}"/>
              </a:ext>
            </a:extLst>
          </p:cNvPr>
          <p:cNvSpPr/>
          <p:nvPr userDrawn="1"/>
        </p:nvSpPr>
        <p:spPr>
          <a:xfrm flipH="1">
            <a:off x="11372832" y="6371246"/>
            <a:ext cx="819168" cy="503907"/>
          </a:xfrm>
          <a:prstGeom prst="homePlate">
            <a:avLst/>
          </a:prstGeom>
          <a:solidFill>
            <a:srgbClr val="04B0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EA77DC2-6617-A4EA-3830-79D89277361E}"/>
              </a:ext>
            </a:extLst>
          </p:cNvPr>
          <p:cNvGrpSpPr/>
          <p:nvPr userDrawn="1"/>
        </p:nvGrpSpPr>
        <p:grpSpPr>
          <a:xfrm>
            <a:off x="0" y="6371246"/>
            <a:ext cx="978408" cy="506139"/>
            <a:chOff x="-318480" y="6371246"/>
            <a:chExt cx="1296888" cy="506139"/>
          </a:xfrm>
        </p:grpSpPr>
        <p:sp>
          <p:nvSpPr>
            <p:cNvPr id="1024" name="Arrow: Pentagon 1023">
              <a:extLst>
                <a:ext uri="{FF2B5EF4-FFF2-40B4-BE49-F238E27FC236}">
                  <a16:creationId xmlns:a16="http://schemas.microsoft.com/office/drawing/2014/main" id="{DCABC408-2172-D8A7-4BC8-E6DE420385D5}"/>
                </a:ext>
              </a:extLst>
            </p:cNvPr>
            <p:cNvSpPr/>
            <p:nvPr userDrawn="1"/>
          </p:nvSpPr>
          <p:spPr>
            <a:xfrm>
              <a:off x="0" y="6371246"/>
              <a:ext cx="978408" cy="503907"/>
            </a:xfrm>
            <a:prstGeom prst="homePlate">
              <a:avLst/>
            </a:prstGeom>
            <a:solidFill>
              <a:srgbClr val="D026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7" name="Arrow: Pentagon 1026">
              <a:extLst>
                <a:ext uri="{FF2B5EF4-FFF2-40B4-BE49-F238E27FC236}">
                  <a16:creationId xmlns:a16="http://schemas.microsoft.com/office/drawing/2014/main" id="{E48B7C1D-BB47-FC2D-5090-6BF520ACEA1E}"/>
                </a:ext>
              </a:extLst>
            </p:cNvPr>
            <p:cNvSpPr/>
            <p:nvPr userDrawn="1"/>
          </p:nvSpPr>
          <p:spPr>
            <a:xfrm>
              <a:off x="-159240" y="6373478"/>
              <a:ext cx="978408" cy="503907"/>
            </a:xfrm>
            <a:prstGeom prst="homePlate">
              <a:avLst/>
            </a:prstGeom>
            <a:solidFill>
              <a:srgbClr val="6234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8" name="Arrow: Pentagon 1027">
              <a:extLst>
                <a:ext uri="{FF2B5EF4-FFF2-40B4-BE49-F238E27FC236}">
                  <a16:creationId xmlns:a16="http://schemas.microsoft.com/office/drawing/2014/main" id="{DE7ABDCC-316B-8655-8300-ED97C4A643D8}"/>
                </a:ext>
              </a:extLst>
            </p:cNvPr>
            <p:cNvSpPr/>
            <p:nvPr userDrawn="1"/>
          </p:nvSpPr>
          <p:spPr>
            <a:xfrm>
              <a:off x="-318480" y="6373478"/>
              <a:ext cx="978408" cy="503907"/>
            </a:xfrm>
            <a:prstGeom prst="homePlate">
              <a:avLst/>
            </a:prstGeom>
            <a:solidFill>
              <a:srgbClr val="04B0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30" name="Arrow: Pentagon 1029">
            <a:extLst>
              <a:ext uri="{FF2B5EF4-FFF2-40B4-BE49-F238E27FC236}">
                <a16:creationId xmlns:a16="http://schemas.microsoft.com/office/drawing/2014/main" id="{4FDED046-DE3A-6E18-196F-B0CEC5D416A4}"/>
              </a:ext>
            </a:extLst>
          </p:cNvPr>
          <p:cNvSpPr/>
          <p:nvPr userDrawn="1"/>
        </p:nvSpPr>
        <p:spPr>
          <a:xfrm flipH="1">
            <a:off x="11520947" y="6381945"/>
            <a:ext cx="671053" cy="503907"/>
          </a:xfrm>
          <a:prstGeom prst="homePlate">
            <a:avLst/>
          </a:prstGeom>
          <a:solidFill>
            <a:srgbClr val="623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Arrow: Pentagon 1030">
            <a:extLst>
              <a:ext uri="{FF2B5EF4-FFF2-40B4-BE49-F238E27FC236}">
                <a16:creationId xmlns:a16="http://schemas.microsoft.com/office/drawing/2014/main" id="{5F601B80-6C61-4D19-646B-73FB101D2095}"/>
              </a:ext>
            </a:extLst>
          </p:cNvPr>
          <p:cNvSpPr/>
          <p:nvPr userDrawn="1"/>
        </p:nvSpPr>
        <p:spPr>
          <a:xfrm flipH="1">
            <a:off x="11669062" y="6371246"/>
            <a:ext cx="519946" cy="503907"/>
          </a:xfrm>
          <a:prstGeom prst="homePlate">
            <a:avLst/>
          </a:prstGeom>
          <a:solidFill>
            <a:srgbClr val="D026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747F67-66DD-1D9A-8396-6CFDFA6E37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854" y="-29496"/>
            <a:ext cx="975876" cy="97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20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48833-87B6-7C45-F1FB-3EC182B2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9A091-7F9F-1405-0814-D41A79338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3028F-7F1A-8BA1-1319-C7DDE4E53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6D15-F941-B34D-B39D-69D3AA41D3CB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D5D61-F7B9-F17B-F853-7A14190FA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B6D9-44B8-6FF9-8045-436F04D9E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322FB-2518-844E-B918-42F2220CDB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9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son in black suit jacket holding white tablet computer">
            <a:extLst>
              <a:ext uri="{FF2B5EF4-FFF2-40B4-BE49-F238E27FC236}">
                <a16:creationId xmlns:a16="http://schemas.microsoft.com/office/drawing/2014/main" id="{F04158E4-32AA-EDFD-81A8-C0E24D8FCDA6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244" t="7823" r="16244" b="7823"/>
          <a:stretch/>
        </p:blipFill>
        <p:spPr bwMode="auto">
          <a:xfrm>
            <a:off x="1524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666B67-EB8E-11C8-D3E0-A18DA620F3EC}"/>
              </a:ext>
            </a:extLst>
          </p:cNvPr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99000">
                <a:schemeClr val="bg1">
                  <a:alpha val="0"/>
                </a:schemeClr>
              </a:gs>
              <a:gs pos="38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itchFamily="2" charset="0"/>
              <a:ea typeface="+mn-ea"/>
              <a:cs typeface="Poppins" pitchFamily="2" charset="77"/>
            </a:endParaRPr>
          </a:p>
        </p:txBody>
      </p:sp>
      <p:pic>
        <p:nvPicPr>
          <p:cNvPr id="4" name="Picture 3" descr="A blue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B6B11E39-47D7-6F7B-CC62-456F5B8FD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11" y="810498"/>
            <a:ext cx="4560090" cy="1253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5381A4-858E-05AE-3EC9-7DC1AB4CE722}"/>
              </a:ext>
            </a:extLst>
          </p:cNvPr>
          <p:cNvSpPr txBox="1"/>
          <p:nvPr/>
        </p:nvSpPr>
        <p:spPr>
          <a:xfrm>
            <a:off x="616688" y="3859619"/>
            <a:ext cx="5139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BioInsight AI</a:t>
            </a:r>
            <a:b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Drug–Target Interaction Analysis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2ACA2-A801-FEAA-67FA-870DECC94F02}"/>
              </a:ext>
            </a:extLst>
          </p:cNvPr>
          <p:cNvSpPr txBox="1"/>
          <p:nvPr/>
        </p:nvSpPr>
        <p:spPr>
          <a:xfrm>
            <a:off x="616688" y="5281866"/>
            <a:ext cx="42317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Naveen Kumar G (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11440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639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617BE2-1FA3-D047-9905-392BF49DA655}"/>
              </a:ext>
            </a:extLst>
          </p:cNvPr>
          <p:cNvSpPr txBox="1"/>
          <p:nvPr/>
        </p:nvSpPr>
        <p:spPr>
          <a:xfrm>
            <a:off x="190621" y="808581"/>
            <a:ext cx="113679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Problem Statement</a:t>
            </a:r>
            <a:b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</a:b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372BD-938A-F628-D1D1-7948A695B837}"/>
              </a:ext>
            </a:extLst>
          </p:cNvPr>
          <p:cNvSpPr txBox="1"/>
          <p:nvPr/>
        </p:nvSpPr>
        <p:spPr>
          <a:xfrm>
            <a:off x="375385" y="1636294"/>
            <a:ext cx="113000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drug–target interactions is critical in drug discovery, pharmacology, and clinical research, where researchers must accurately determine how a drug affects a specific biological target and evaluate the strength of supporting evidence.</a:t>
            </a:r>
          </a:p>
          <a:p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analyzing these interactions is challenging because biomedical data is complex, scattered across multiple databases, and often requires expert interpretation.</a:t>
            </a:r>
          </a:p>
          <a:p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AI systems and chatbots frequently generate fluent but </a:t>
            </a: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ungrounded explanations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leading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Hallucinated or incorrect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supporting evidence or citations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confidence or reliability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trust for scientific decision-making</a:t>
            </a:r>
          </a:p>
          <a:p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result, researchers cannot fully rely on automated tools for evidence-based insights</a:t>
            </a:r>
          </a:p>
        </p:txBody>
      </p:sp>
    </p:spTree>
    <p:extLst>
      <p:ext uri="{BB962C8B-B14F-4D97-AF65-F5344CB8AC3E}">
        <p14:creationId xmlns:p14="http://schemas.microsoft.com/office/powerpoint/2010/main" val="242624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28036A-DD2C-FA0C-A53B-043E3D3984E7}"/>
              </a:ext>
            </a:extLst>
          </p:cNvPr>
          <p:cNvSpPr txBox="1"/>
          <p:nvPr/>
        </p:nvSpPr>
        <p:spPr>
          <a:xfrm>
            <a:off x="2377440" y="1126156"/>
            <a:ext cx="7613583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9EB06-DFA9-2FA6-1797-203818314BBD}"/>
              </a:ext>
            </a:extLst>
          </p:cNvPr>
          <p:cNvSpPr txBox="1"/>
          <p:nvPr/>
        </p:nvSpPr>
        <p:spPr>
          <a:xfrm>
            <a:off x="2529840" y="1278556"/>
            <a:ext cx="7613583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826DB-2F8B-4D0C-DC06-729B85636778}"/>
              </a:ext>
            </a:extLst>
          </p:cNvPr>
          <p:cNvSpPr txBox="1"/>
          <p:nvPr/>
        </p:nvSpPr>
        <p:spPr>
          <a:xfrm>
            <a:off x="245444" y="755584"/>
            <a:ext cx="761358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Proposed Solution</a:t>
            </a:r>
            <a:endParaRPr lang="en-US" sz="2800" b="1" dirty="0">
              <a:solidFill>
                <a:srgbClr val="2C627B"/>
              </a:solidFill>
              <a:latin typeface="Arial" panose="020B0604020202020204" pitchFamily="34" charset="0"/>
              <a:ea typeface="Cambria Bold"/>
              <a:cs typeface="Arial" panose="020B0604020202020204" pitchFamily="34" charset="0"/>
              <a:sym typeface="Cambria Bold"/>
            </a:endParaRPr>
          </a:p>
          <a:p>
            <a:pPr>
              <a:spcBef>
                <a:spcPct val="0"/>
              </a:spcBef>
            </a:pPr>
            <a:endParaRPr lang="en-US" sz="2800" b="1" dirty="0">
              <a:solidFill>
                <a:srgbClr val="2C627B"/>
              </a:solidFill>
              <a:latin typeface="Arial" panose="020B0604020202020204" pitchFamily="34" charset="0"/>
              <a:ea typeface="Cambria Bold"/>
              <a:cs typeface="Arial" panose="020B0604020202020204" pitchFamily="34" charset="0"/>
              <a:sym typeface="Cambria Bold"/>
            </a:endParaRPr>
          </a:p>
          <a:p>
            <a:pPr>
              <a:spcBef>
                <a:spcPct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EE572-9DFB-B2A1-D46C-72719F640441}"/>
              </a:ext>
            </a:extLst>
          </p:cNvPr>
          <p:cNvSpPr txBox="1"/>
          <p:nvPr/>
        </p:nvSpPr>
        <p:spPr>
          <a:xfrm>
            <a:off x="471638" y="1624056"/>
            <a:ext cx="10578164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address the limitations of existing AI systems, this project proposes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BioInsight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– an Evidence-Grounded Drug–Target Interaction Analysis System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combines biomedical databases, retrieval mechanisms, and explainable AI to deliver reliable and trustworthy insights.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relying solely on large language models, the system integrates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curated scientific evidence with AI reasoning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ensuring that every response is supported by validated data rather than generated assumptions.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solution introduces a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architecture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consisting of: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Extraction Layer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accurately identify drug and target names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Retrieval Layer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Open Targets API for real-world clinical and experimental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RAG-based Local Knowledge Base (TTD + ChromaDB)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fast, offline semantic 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Scoring Engine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quantify reliability using evidence quality and source counts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Explanation Generator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convert structured evidence into clear, human-readable insights</a:t>
            </a:r>
          </a:p>
        </p:txBody>
      </p:sp>
    </p:spTree>
    <p:extLst>
      <p:ext uri="{BB962C8B-B14F-4D97-AF65-F5344CB8AC3E}">
        <p14:creationId xmlns:p14="http://schemas.microsoft.com/office/powerpoint/2010/main" val="278454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50E3-E403-C2CC-2B03-EE8FAA41C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884" y="225038"/>
            <a:ext cx="10515600" cy="1325563"/>
          </a:xfrm>
        </p:spPr>
        <p:txBody>
          <a:bodyPr/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High-Level Architecture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E993BE-0ACD-0B09-C766-C3147C031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33" y="1068405"/>
            <a:ext cx="11665819" cy="5293894"/>
          </a:xfrm>
        </p:spPr>
      </p:pic>
    </p:spTree>
    <p:extLst>
      <p:ext uri="{BB962C8B-B14F-4D97-AF65-F5344CB8AC3E}">
        <p14:creationId xmlns:p14="http://schemas.microsoft.com/office/powerpoint/2010/main" val="201506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60B25-AD78-9FEA-3083-E84217646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23" y="952900"/>
            <a:ext cx="11689774" cy="52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4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F2465-56CA-DF4F-1E6A-0F5062569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1" y="1217254"/>
            <a:ext cx="10712116" cy="442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48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356591-5D10-5FB4-438E-CD7E900B0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31744"/>
            <a:ext cx="11704320" cy="379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4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64F38A-CE04-C334-9866-3E8A39DE6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19233"/>
            <a:ext cx="10827300" cy="489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29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B29FC-86C9-DF0F-279C-5DC4FEAB0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58778"/>
            <a:ext cx="11819823" cy="498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96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4320BB-8A32-BEDF-325A-FFF15B9FE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784656"/>
              </p:ext>
            </p:extLst>
          </p:nvPr>
        </p:nvGraphicFramePr>
        <p:xfrm>
          <a:off x="349718" y="1942849"/>
          <a:ext cx="4953802" cy="1796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7205">
                  <a:extLst>
                    <a:ext uri="{9D8B030D-6E8A-4147-A177-3AD203B41FA5}">
                      <a16:colId xmlns:a16="http://schemas.microsoft.com/office/drawing/2014/main" val="9055091"/>
                    </a:ext>
                  </a:extLst>
                </a:gridCol>
                <a:gridCol w="2766597">
                  <a:extLst>
                    <a:ext uri="{9D8B030D-6E8A-4147-A177-3AD203B41FA5}">
                      <a16:colId xmlns:a16="http://schemas.microsoft.com/office/drawing/2014/main" val="391164534"/>
                    </a:ext>
                  </a:extLst>
                </a:gridCol>
              </a:tblGrid>
              <a:tr h="190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Clinical Phase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ETS Value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020603"/>
                  </a:ext>
                </a:extLst>
              </a:tr>
              <a:tr h="3924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Phase 4 (Approved / Post-marketing)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1.0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6996231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Phase 3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0.85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7618807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Phase 2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0.65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1095953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Phase 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0.45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711450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Early Clinical (Phase 0.5)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0.35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2757440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Preclinical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0.25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6502576"/>
                  </a:ext>
                </a:extLst>
              </a:tr>
              <a:tr h="190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Literature Only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0.15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34195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FABFFA-9EFC-80B8-9308-464F4A233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084749"/>
              </p:ext>
            </p:extLst>
          </p:nvPr>
        </p:nvGraphicFramePr>
        <p:xfrm>
          <a:off x="6198668" y="1942849"/>
          <a:ext cx="5094974" cy="17253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7487">
                  <a:extLst>
                    <a:ext uri="{9D8B030D-6E8A-4147-A177-3AD203B41FA5}">
                      <a16:colId xmlns:a16="http://schemas.microsoft.com/office/drawing/2014/main" val="88626556"/>
                    </a:ext>
                  </a:extLst>
                </a:gridCol>
                <a:gridCol w="2547487">
                  <a:extLst>
                    <a:ext uri="{9D8B030D-6E8A-4147-A177-3AD203B41FA5}">
                      <a16:colId xmlns:a16="http://schemas.microsoft.com/office/drawing/2014/main" val="3828036059"/>
                    </a:ext>
                  </a:extLst>
                </a:gridCol>
              </a:tblGrid>
              <a:tr h="246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Unique Sources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ECS Value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9072568"/>
                  </a:ext>
                </a:extLst>
              </a:tr>
              <a:tr h="246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&gt;=10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1.0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7319370"/>
                  </a:ext>
                </a:extLst>
              </a:tr>
              <a:tr h="246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7-9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0.95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0048706"/>
                  </a:ext>
                </a:extLst>
              </a:tr>
              <a:tr h="246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5-6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0.85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9782415"/>
                  </a:ext>
                </a:extLst>
              </a:tr>
              <a:tr h="246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3-4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0.75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5603868"/>
                  </a:ext>
                </a:extLst>
              </a:tr>
              <a:tr h="246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0.50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7569958"/>
                  </a:ext>
                </a:extLst>
              </a:tr>
              <a:tr h="2464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0.30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65005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C4220B-7839-251D-41D0-4C5D51AB25FC}"/>
              </a:ext>
            </a:extLst>
          </p:cNvPr>
          <p:cNvSpPr txBox="1"/>
          <p:nvPr/>
        </p:nvSpPr>
        <p:spPr>
          <a:xfrm>
            <a:off x="202131" y="3909021"/>
            <a:ext cx="5893869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Evidence Quality Score (EQS)</a:t>
            </a: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EQS weights evidence by source authority. The system classifies sources into three tiers:</a:t>
            </a:r>
          </a:p>
          <a:p>
            <a:pPr marL="342900" marR="0" lvl="0" indent="-342900"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Expert curated (ChEMBL, FDA, manual curation): 1.0</a:t>
            </a:r>
          </a:p>
          <a:p>
            <a:pPr marL="342900" marR="0" lvl="0" indent="-342900"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 curated (general databases): 0.75</a:t>
            </a:r>
          </a:p>
          <a:p>
            <a:pPr marL="342900" marR="0" lvl="0" indent="-342900"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Automated text mining (EuropePMC, automated extraction): 0.5</a:t>
            </a:r>
          </a:p>
          <a:p>
            <a:pPr marL="0" marR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final EQS uses the maximum quality score across all sources, reflecting best-available evidence.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5C2F7-35F6-1D6C-5F81-B1BE014BE676}"/>
              </a:ext>
            </a:extLst>
          </p:cNvPr>
          <p:cNvSpPr txBox="1"/>
          <p:nvPr/>
        </p:nvSpPr>
        <p:spPr>
          <a:xfrm>
            <a:off x="6487426" y="3909021"/>
            <a:ext cx="5704574" cy="179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Consistency Score (CS)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CS evaluates mechanism of action agreement across evidence items: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Single mechanism or complete agreement: 1.0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Two distinct mechanisms: 0.80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Three distinct mechanisms: 0.55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Greater than Three:0.30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EFE4F-9A2C-0258-0755-EAA3F641BE24}"/>
              </a:ext>
            </a:extLst>
          </p:cNvPr>
          <p:cNvSpPr txBox="1"/>
          <p:nvPr/>
        </p:nvSpPr>
        <p:spPr>
          <a:xfrm>
            <a:off x="202131" y="922848"/>
            <a:ext cx="5650029" cy="92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Evidence Type Score (ETS)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ETS maps clinical trial phases to confidence values reflecting regulatory validation levels: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7B4496-044D-2645-0ED0-7CDD8D5165B5}"/>
              </a:ext>
            </a:extLst>
          </p:cNvPr>
          <p:cNvSpPr txBox="1"/>
          <p:nvPr/>
        </p:nvSpPr>
        <p:spPr>
          <a:xfrm>
            <a:off x="6096000" y="922847"/>
            <a:ext cx="5999746" cy="92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Evidence Count Score (ECS)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ECS quantifies evidence breadth through source diversity using </a:t>
            </a: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non-linear scaling with diminishing returns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60438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092642-8156-84D5-8A86-ADC3497C8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98" t="6498"/>
          <a:stretch>
            <a:fillRect/>
          </a:stretch>
        </p:blipFill>
        <p:spPr>
          <a:xfrm>
            <a:off x="471638" y="1328286"/>
            <a:ext cx="11463688" cy="465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2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0AA71-E269-24E6-B741-29B5A51B2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68" y="972151"/>
            <a:ext cx="11417648" cy="521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02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AB18E7-EE3C-82A6-1955-29B2019E8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442" b="5387"/>
          <a:stretch>
            <a:fillRect/>
          </a:stretch>
        </p:blipFill>
        <p:spPr>
          <a:xfrm>
            <a:off x="-1" y="1203158"/>
            <a:ext cx="11848699" cy="429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58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5BF1-433A-10BD-375A-19F17596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719"/>
            <a:ext cx="10515600" cy="1325563"/>
          </a:xfrm>
        </p:spPr>
        <p:txBody>
          <a:bodyPr/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API Endpoints</a:t>
            </a:r>
            <a:br>
              <a:rPr lang="en-US" sz="2800" b="1" dirty="0"/>
            </a:br>
            <a:endParaRPr lang="en-US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210801-D84E-F400-AFC9-7474307B7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643694"/>
              </p:ext>
            </p:extLst>
          </p:nvPr>
        </p:nvGraphicFramePr>
        <p:xfrm>
          <a:off x="609600" y="1789253"/>
          <a:ext cx="5257611" cy="18445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537">
                  <a:extLst>
                    <a:ext uri="{9D8B030D-6E8A-4147-A177-3AD203B41FA5}">
                      <a16:colId xmlns:a16="http://schemas.microsoft.com/office/drawing/2014/main" val="4072222338"/>
                    </a:ext>
                  </a:extLst>
                </a:gridCol>
                <a:gridCol w="1752537">
                  <a:extLst>
                    <a:ext uri="{9D8B030D-6E8A-4147-A177-3AD203B41FA5}">
                      <a16:colId xmlns:a16="http://schemas.microsoft.com/office/drawing/2014/main" val="3276169407"/>
                    </a:ext>
                  </a:extLst>
                </a:gridCol>
                <a:gridCol w="1752537">
                  <a:extLst>
                    <a:ext uri="{9D8B030D-6E8A-4147-A177-3AD203B41FA5}">
                      <a16:colId xmlns:a16="http://schemas.microsoft.com/office/drawing/2014/main" val="1776081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Method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Endpoint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8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POST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/auth/signup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 new user account (email, password, full_name)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218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/auth/login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Authenticate user and return JWT access token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1694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/auth/me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Get current authenticated user details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494293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583C2CC-C23F-DB5E-712A-AC08D3161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68611"/>
            <a:ext cx="2495876" cy="620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Authentication Endpoints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CD7F3F-DCFF-BAFD-834B-8FC806D92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77763"/>
              </p:ext>
            </p:extLst>
          </p:nvPr>
        </p:nvGraphicFramePr>
        <p:xfrm>
          <a:off x="6731268" y="1797831"/>
          <a:ext cx="4722795" cy="18359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4265">
                  <a:extLst>
                    <a:ext uri="{9D8B030D-6E8A-4147-A177-3AD203B41FA5}">
                      <a16:colId xmlns:a16="http://schemas.microsoft.com/office/drawing/2014/main" val="463944312"/>
                    </a:ext>
                  </a:extLst>
                </a:gridCol>
                <a:gridCol w="1574265">
                  <a:extLst>
                    <a:ext uri="{9D8B030D-6E8A-4147-A177-3AD203B41FA5}">
                      <a16:colId xmlns:a16="http://schemas.microsoft.com/office/drawing/2014/main" val="2001219809"/>
                    </a:ext>
                  </a:extLst>
                </a:gridCol>
                <a:gridCol w="1574265">
                  <a:extLst>
                    <a:ext uri="{9D8B030D-6E8A-4147-A177-3AD203B41FA5}">
                      <a16:colId xmlns:a16="http://schemas.microsoft.com/office/drawing/2014/main" val="3153352362"/>
                    </a:ext>
                  </a:extLst>
                </a:gridCol>
              </a:tblGrid>
              <a:tr h="2969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Method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Endpoint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3366855"/>
                  </a:ext>
                </a:extLst>
              </a:tr>
              <a:tr h="9270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GET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/api/sessions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Retrieve all chat sessions for authenticated user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7183674"/>
                  </a:ext>
                </a:extLst>
              </a:tr>
              <a:tr h="6119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/api/sessions/{id}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Retrieve all messages for specific session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06938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4BC73D8-1F30-DE75-DC50-711C21C31CDB}"/>
              </a:ext>
            </a:extLst>
          </p:cNvPr>
          <p:cNvSpPr txBox="1"/>
          <p:nvPr/>
        </p:nvSpPr>
        <p:spPr>
          <a:xfrm>
            <a:off x="6613550" y="1168611"/>
            <a:ext cx="6121666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 Management Endpoints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381AF-F296-A012-DC4D-A49FFC1070D2}"/>
              </a:ext>
            </a:extLst>
          </p:cNvPr>
          <p:cNvSpPr txBox="1"/>
          <p:nvPr/>
        </p:nvSpPr>
        <p:spPr>
          <a:xfrm>
            <a:off x="534203" y="3944122"/>
            <a:ext cx="6381548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 Endpoint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BA938C-474E-72E3-8490-AC11F5492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61107"/>
              </p:ext>
            </p:extLst>
          </p:nvPr>
        </p:nvGraphicFramePr>
        <p:xfrm>
          <a:off x="609600" y="4543124"/>
          <a:ext cx="5257611" cy="10808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537">
                  <a:extLst>
                    <a:ext uri="{9D8B030D-6E8A-4147-A177-3AD203B41FA5}">
                      <a16:colId xmlns:a16="http://schemas.microsoft.com/office/drawing/2014/main" val="679072169"/>
                    </a:ext>
                  </a:extLst>
                </a:gridCol>
                <a:gridCol w="1752537">
                  <a:extLst>
                    <a:ext uri="{9D8B030D-6E8A-4147-A177-3AD203B41FA5}">
                      <a16:colId xmlns:a16="http://schemas.microsoft.com/office/drawing/2014/main" val="4235004131"/>
                    </a:ext>
                  </a:extLst>
                </a:gridCol>
                <a:gridCol w="1752537">
                  <a:extLst>
                    <a:ext uri="{9D8B030D-6E8A-4147-A177-3AD203B41FA5}">
                      <a16:colId xmlns:a16="http://schemas.microsoft.com/office/drawing/2014/main" val="535920452"/>
                    </a:ext>
                  </a:extLst>
                </a:gridCol>
              </a:tblGrid>
              <a:tr h="2622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Method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Endpoint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6746659"/>
                  </a:ext>
                </a:extLst>
              </a:tr>
              <a:tr h="8186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/api/chat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Process user query and return analysis with confidence score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330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77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8300-4E20-8A29-A8F2-FE21A631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67" y="171081"/>
            <a:ext cx="10515600" cy="1325563"/>
          </a:xfrm>
        </p:spPr>
        <p:txBody>
          <a:bodyPr/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&amp; Signup page : 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8170CD-D2ED-4082-4C8D-68FA7121C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724" r="14254"/>
          <a:stretch>
            <a:fillRect/>
          </a:stretch>
        </p:blipFill>
        <p:spPr>
          <a:xfrm>
            <a:off x="820554" y="1374416"/>
            <a:ext cx="4771724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C82D4-BA37-C0AF-08F6-25EDDC238B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18" r="9029"/>
          <a:stretch>
            <a:fillRect/>
          </a:stretch>
        </p:blipFill>
        <p:spPr>
          <a:xfrm>
            <a:off x="5681309" y="1374416"/>
            <a:ext cx="53107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40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7F8B-1EAD-1E84-FC8B-56D4AD23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870"/>
            <a:ext cx="10515600" cy="1325563"/>
          </a:xfrm>
        </p:spPr>
        <p:txBody>
          <a:bodyPr/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 Page</a:t>
            </a:r>
            <a:b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D8B2B3-50DA-43DA-AA43-B77810C63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756" y="991402"/>
            <a:ext cx="10330493" cy="518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03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1909-52FE-9695-BB8C-47D228B5D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71" y="172620"/>
            <a:ext cx="10515600" cy="1325563"/>
          </a:xfrm>
        </p:spPr>
        <p:txBody>
          <a:bodyPr/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Output</a:t>
            </a:r>
            <a:b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293519-953F-CE50-D515-B90F9EAC5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933" y="1288834"/>
            <a:ext cx="9172876" cy="471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83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hands shaking&#10;&#10;Description automatically generated">
            <a:extLst>
              <a:ext uri="{FF2B5EF4-FFF2-40B4-BE49-F238E27FC236}">
                <a16:creationId xmlns:a16="http://schemas.microsoft.com/office/drawing/2014/main" id="{E04DFA73-838F-DE94-83EA-E4D43BF89F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F05D59-60C3-F3DA-8227-E09FE4D96A97}"/>
              </a:ext>
            </a:extLst>
          </p:cNvPr>
          <p:cNvSpPr/>
          <p:nvPr/>
        </p:nvSpPr>
        <p:spPr>
          <a:xfrm>
            <a:off x="1689652" y="-11"/>
            <a:ext cx="5854148" cy="6858001"/>
          </a:xfrm>
          <a:prstGeom prst="rect">
            <a:avLst/>
          </a:prstGeom>
          <a:gradFill flip="none" rotWithShape="1">
            <a:gsLst>
              <a:gs pos="73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itchFamily="2" charset="0"/>
              <a:ea typeface="+mn-ea"/>
              <a:cs typeface="Poppin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77C1C-6160-2878-2BBF-B24A25DE8C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288242"/>
            <a:ext cx="4777750" cy="36925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Helvetica" pitchFamily="2" charset="0"/>
              </a:rPr>
              <a:t>  </a:t>
            </a:r>
            <a:r>
              <a:rPr lang="en-US" sz="6000" b="1" dirty="0">
                <a:solidFill>
                  <a:schemeClr val="accent1"/>
                </a:solidFill>
                <a:latin typeface="Helvetica" pitchFamily="2" charset="0"/>
              </a:rPr>
              <a:t>Thank You</a:t>
            </a:r>
          </a:p>
        </p:txBody>
      </p:sp>
      <p:pic>
        <p:nvPicPr>
          <p:cNvPr id="7" name="Picture 6" descr="A blue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F3397892-D38B-2FD1-EAE4-DFB2D15EB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68" y="2488651"/>
            <a:ext cx="3950180" cy="108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6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Amge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2C3"/>
      </a:accent1>
      <a:accent2>
        <a:srgbClr val="ED7D31"/>
      </a:accent2>
      <a:accent3>
        <a:srgbClr val="0DAFE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Monthly Review Deck - July 2024  -  Read-Only</Template>
  <TotalTime>4595</TotalTime>
  <Words>584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Cambria</vt:lpstr>
      <vt:lpstr>Helvetica</vt:lpstr>
      <vt:lpstr>Symbol</vt:lpstr>
      <vt:lpstr>Office Theme</vt:lpstr>
      <vt:lpstr>1_Office Theme</vt:lpstr>
      <vt:lpstr>PowerPoint Presentation</vt:lpstr>
      <vt:lpstr>PowerPoint Presentation</vt:lpstr>
      <vt:lpstr>PowerPoint Presentation</vt:lpstr>
      <vt:lpstr>High-Level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API Endpoints </vt:lpstr>
      <vt:lpstr>Login &amp; Signup page : </vt:lpstr>
      <vt:lpstr>Chatbot Page </vt:lpstr>
      <vt:lpstr>Backend Output 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Vinodkumar Chandrasekar</dc:creator>
  <cp:lastModifiedBy>Naveen Kumar Govindaraj</cp:lastModifiedBy>
  <cp:revision>84</cp:revision>
  <dcterms:created xsi:type="dcterms:W3CDTF">2024-07-26T10:01:03Z</dcterms:created>
  <dcterms:modified xsi:type="dcterms:W3CDTF">2026-02-05T11:26:49Z</dcterms:modified>
</cp:coreProperties>
</file>